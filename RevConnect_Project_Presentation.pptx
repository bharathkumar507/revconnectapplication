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4" r:id="rId9"/>
    <p:sldId id="267" r:id="rId10"/>
    <p:sldId id="268" r:id="rId11"/>
    <p:sldId id="269" r:id="rId12"/>
    <p:sldId id="270" r:id="rId13"/>
    <p:sldId id="271"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1426"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050912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4308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4875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93483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6885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12224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38362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92854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67550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654789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651202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66872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296453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0973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767232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6603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41772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1/26/2026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7866335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4483" y="2309798"/>
            <a:ext cx="7055380" cy="3374564"/>
          </a:xfrm>
        </p:spPr>
        <p:txBody>
          <a:bodyPr/>
          <a:lstStyle/>
          <a:p>
            <a:r>
              <a:rPr u="sng" dirty="0" err="1"/>
              <a:t>RevConnect</a:t>
            </a:r>
            <a:endParaRPr u="sng" dirty="0"/>
          </a:p>
        </p:txBody>
      </p:sp>
      <p:sp>
        <p:nvSpPr>
          <p:cNvPr id="3" name="Content Placeholder 2"/>
          <p:cNvSpPr>
            <a:spLocks noGrp="1"/>
          </p:cNvSpPr>
          <p:nvPr>
            <p:ph idx="1"/>
          </p:nvPr>
        </p:nvSpPr>
        <p:spPr>
          <a:xfrm>
            <a:off x="2432346" y="3987768"/>
            <a:ext cx="6711654" cy="2819406"/>
          </a:xfrm>
        </p:spPr>
        <p:txBody>
          <a:bodyPr/>
          <a:lstStyle/>
          <a:p>
            <a:pPr marL="0" indent="0">
              <a:buNone/>
            </a:pPr>
            <a:r>
              <a:rPr lang="en-IN" dirty="0"/>
              <a:t>Connect Create Engage Grow.</a:t>
            </a:r>
          </a:p>
          <a:p>
            <a:pPr marL="0" indent="0">
              <a:buNone/>
            </a:pPr>
            <a:endParaRPr lang="en-IN" dirty="0"/>
          </a:p>
        </p:txBody>
      </p:sp>
      <p:sp>
        <p:nvSpPr>
          <p:cNvPr id="4" name="TextBox 3">
            <a:extLst>
              <a:ext uri="{FF2B5EF4-FFF2-40B4-BE49-F238E27FC236}">
                <a16:creationId xmlns:a16="http://schemas.microsoft.com/office/drawing/2014/main" id="{E94839C8-2C96-2471-7582-83BE87A1AB0A}"/>
              </a:ext>
            </a:extLst>
          </p:cNvPr>
          <p:cNvSpPr txBox="1"/>
          <p:nvPr/>
        </p:nvSpPr>
        <p:spPr>
          <a:xfrm>
            <a:off x="1800518" y="5499696"/>
            <a:ext cx="7192652" cy="369332"/>
          </a:xfrm>
          <a:prstGeom prst="rect">
            <a:avLst/>
          </a:prstGeom>
          <a:noFill/>
        </p:spPr>
        <p:txBody>
          <a:bodyPr wrap="square" rtlCol="0">
            <a:spAutoFit/>
          </a:bodyPr>
          <a:lstStyle/>
          <a:p>
            <a:r>
              <a:rPr lang="en-GB" dirty="0"/>
              <a:t>A Modular Console-Based Social Networking System</a:t>
            </a:r>
            <a:endParaRPr lang="en-IN" dirty="0"/>
          </a:p>
        </p:txBody>
      </p:sp>
      <p:pic>
        <p:nvPicPr>
          <p:cNvPr id="6" name="Picture 5">
            <a:extLst>
              <a:ext uri="{FF2B5EF4-FFF2-40B4-BE49-F238E27FC236}">
                <a16:creationId xmlns:a16="http://schemas.microsoft.com/office/drawing/2014/main" id="{3664BD9D-6F17-33AB-2BCF-95F00CB229EC}"/>
              </a:ext>
            </a:extLst>
          </p:cNvPr>
          <p:cNvPicPr>
            <a:picLocks noChangeAspect="1"/>
          </p:cNvPicPr>
          <p:nvPr/>
        </p:nvPicPr>
        <p:blipFill>
          <a:blip r:embed="rId2"/>
          <a:stretch>
            <a:fillRect/>
          </a:stretch>
        </p:blipFill>
        <p:spPr>
          <a:xfrm>
            <a:off x="136029" y="164409"/>
            <a:ext cx="2896276" cy="214538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Agenda</a:t>
            </a:r>
          </a:p>
        </p:txBody>
      </p:sp>
      <p:sp>
        <p:nvSpPr>
          <p:cNvPr id="3" name="Content Placeholder 2"/>
          <p:cNvSpPr>
            <a:spLocks noGrp="1"/>
          </p:cNvSpPr>
          <p:nvPr>
            <p:ph idx="1"/>
          </p:nvPr>
        </p:nvSpPr>
        <p:spPr>
          <a:xfrm>
            <a:off x="656573" y="1477890"/>
            <a:ext cx="6711654" cy="4927392"/>
          </a:xfrm>
        </p:spPr>
        <p:txBody>
          <a:bodyPr>
            <a:normAutofit/>
          </a:bodyPr>
          <a:lstStyle/>
          <a:p>
            <a:pPr marL="0" indent="0">
              <a:buNone/>
            </a:pPr>
            <a:r>
              <a:rPr dirty="0"/>
              <a:t>1. Project Overview</a:t>
            </a:r>
          </a:p>
          <a:p>
            <a:pPr marL="0" indent="0">
              <a:buNone/>
            </a:pPr>
            <a:r>
              <a:rPr dirty="0"/>
              <a:t>2. Problem Statement</a:t>
            </a:r>
          </a:p>
          <a:p>
            <a:pPr marL="0" indent="0">
              <a:buNone/>
            </a:pPr>
            <a:r>
              <a:rPr dirty="0"/>
              <a:t>3. Objectives</a:t>
            </a:r>
          </a:p>
          <a:p>
            <a:pPr marL="0" indent="0">
              <a:buNone/>
            </a:pPr>
            <a:r>
              <a:rPr dirty="0"/>
              <a:t>4. Technologies Used</a:t>
            </a:r>
          </a:p>
          <a:p>
            <a:pPr marL="0" indent="0">
              <a:buNone/>
            </a:pPr>
            <a:r>
              <a:rPr dirty="0"/>
              <a:t>5. System Architecture</a:t>
            </a:r>
          </a:p>
          <a:p>
            <a:pPr marL="0" indent="0">
              <a:buNone/>
            </a:pPr>
            <a:r>
              <a:rPr lang="en-GB" dirty="0"/>
              <a:t>6</a:t>
            </a:r>
            <a:r>
              <a:rPr dirty="0"/>
              <a:t>. Core Features</a:t>
            </a:r>
          </a:p>
          <a:p>
            <a:pPr marL="0" indent="0">
              <a:buNone/>
            </a:pPr>
            <a:r>
              <a:rPr lang="en-GB" dirty="0"/>
              <a:t>7</a:t>
            </a:r>
            <a:r>
              <a:rPr dirty="0"/>
              <a:t>. Database Design</a:t>
            </a:r>
          </a:p>
          <a:p>
            <a:pPr marL="0" indent="0">
              <a:buNone/>
            </a:pPr>
            <a:r>
              <a:rPr lang="en-GB" dirty="0"/>
              <a:t>8</a:t>
            </a:r>
            <a:r>
              <a:rPr dirty="0"/>
              <a:t>. Security Features</a:t>
            </a:r>
          </a:p>
          <a:p>
            <a:pPr marL="0" indent="0">
              <a:buNone/>
            </a:pPr>
            <a:r>
              <a:rPr lang="en-GB" dirty="0"/>
              <a:t>9</a:t>
            </a:r>
            <a:r>
              <a:rPr dirty="0"/>
              <a:t>. Logging &amp; Testing</a:t>
            </a:r>
          </a:p>
          <a:p>
            <a:pPr marL="0" indent="0">
              <a:buNone/>
            </a:pPr>
            <a:r>
              <a:rPr lang="en-GB" dirty="0"/>
              <a:t>10</a:t>
            </a:r>
            <a:r>
              <a:rPr dirty="0"/>
              <a:t>. Future Enhancements</a:t>
            </a:r>
          </a:p>
          <a:p>
            <a:pPr marL="0" indent="0">
              <a:buNone/>
            </a:pPr>
            <a:r>
              <a:rPr dirty="0"/>
              <a:t>1</a:t>
            </a:r>
            <a:r>
              <a:rPr lang="en-GB" dirty="0"/>
              <a:t>1</a:t>
            </a:r>
            <a:r>
              <a:rPr dirty="0"/>
              <a:t>. 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700" y="609593"/>
            <a:ext cx="7055380" cy="1400530"/>
          </a:xfrm>
        </p:spPr>
        <p:txBody>
          <a:bodyPr/>
          <a:lstStyle/>
          <a:p>
            <a:r>
              <a:rPr u="sng" dirty="0"/>
              <a:t>Project Overview</a:t>
            </a:r>
          </a:p>
        </p:txBody>
      </p:sp>
      <p:sp>
        <p:nvSpPr>
          <p:cNvPr id="3" name="Content Placeholder 2"/>
          <p:cNvSpPr>
            <a:spLocks noGrp="1"/>
          </p:cNvSpPr>
          <p:nvPr>
            <p:ph idx="1"/>
          </p:nvPr>
        </p:nvSpPr>
        <p:spPr>
          <a:xfrm>
            <a:off x="827700" y="1621411"/>
            <a:ext cx="6711654" cy="4702410"/>
          </a:xfrm>
        </p:spPr>
        <p:txBody>
          <a:bodyPr/>
          <a:lstStyle/>
          <a:p>
            <a:r>
              <a:rPr lang="en-GB" dirty="0" err="1"/>
              <a:t>RevConnect</a:t>
            </a:r>
            <a:r>
              <a:rPr lang="en-GB" dirty="0"/>
              <a:t> is a console-based social media application designed to provide an interactive platform for personal users, creators, and business accounts. The system enables users to register, manage profiles, create and share posts, like and comment on content, build networks through connections and follows, and receive real-time notifications.</a:t>
            </a:r>
          </a:p>
          <a:p>
            <a:r>
              <a:rPr lang="en-GB" dirty="0"/>
              <a:t>The application follows a modular layered architecture, separating UI, service, and data access layers to ensure scalability, maintainability, and future extensibility into a web or mobile-based system.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700" y="609594"/>
            <a:ext cx="7055380" cy="1400530"/>
          </a:xfrm>
        </p:spPr>
        <p:txBody>
          <a:bodyPr/>
          <a:lstStyle/>
          <a:p>
            <a:r>
              <a:rPr u="sng" dirty="0"/>
              <a:t>Problem Statement</a:t>
            </a:r>
          </a:p>
        </p:txBody>
      </p:sp>
      <p:sp>
        <p:nvSpPr>
          <p:cNvPr id="3" name="Content Placeholder 2"/>
          <p:cNvSpPr>
            <a:spLocks noGrp="1"/>
          </p:cNvSpPr>
          <p:nvPr>
            <p:ph idx="1"/>
          </p:nvPr>
        </p:nvSpPr>
        <p:spPr>
          <a:xfrm>
            <a:off x="724005" y="1611985"/>
            <a:ext cx="6711654" cy="3902696"/>
          </a:xfrm>
        </p:spPr>
        <p:txBody>
          <a:bodyPr/>
          <a:lstStyle/>
          <a:p>
            <a:r>
              <a:rPr lang="en-GB" dirty="0"/>
              <a:t>Traditional social media platforms are complex and tightly coupled, making them difficult to extend or customize for academic and experimental purposes. There is a need for a modular and scalable social networking system that supports personal users, creators, and business accounts while providing essential social interaction features such as posting, networking, and notifications in a structured and maintainable architecture.</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7700" y="208147"/>
            <a:ext cx="7055380" cy="1400530"/>
          </a:xfrm>
        </p:spPr>
        <p:txBody>
          <a:bodyPr/>
          <a:lstStyle/>
          <a:p>
            <a:r>
              <a:rPr u="sng" dirty="0"/>
              <a:t>Objectives</a:t>
            </a:r>
          </a:p>
        </p:txBody>
      </p:sp>
      <p:sp>
        <p:nvSpPr>
          <p:cNvPr id="3" name="Content Placeholder 2"/>
          <p:cNvSpPr>
            <a:spLocks noGrp="1"/>
          </p:cNvSpPr>
          <p:nvPr>
            <p:ph idx="1"/>
          </p:nvPr>
        </p:nvSpPr>
        <p:spPr>
          <a:xfrm>
            <a:off x="412954" y="1297859"/>
            <a:ext cx="7541343" cy="4709651"/>
          </a:xfrm>
        </p:spPr>
        <p:txBody>
          <a:bodyPr/>
          <a:lstStyle/>
          <a:p>
            <a:r>
              <a:rPr lang="en-GB" dirty="0"/>
              <a:t>To design and develop a console-based social media using java and MySQL.</a:t>
            </a:r>
          </a:p>
          <a:p>
            <a:r>
              <a:rPr lang="en-GB" dirty="0"/>
              <a:t>To implement modular layered architecture separating UI, service and data access layers.</a:t>
            </a:r>
          </a:p>
          <a:p>
            <a:r>
              <a:rPr lang="en-GB" dirty="0"/>
              <a:t>To provide core social networking features.</a:t>
            </a:r>
          </a:p>
          <a:p>
            <a:r>
              <a:rPr lang="en-GB" dirty="0"/>
              <a:t>To support different account types such as personal, business, and creator and managing the private and public access to it.</a:t>
            </a:r>
          </a:p>
          <a:p>
            <a:r>
              <a:rPr lang="en-GB" dirty="0"/>
              <a:t>To make the system scalable and extensible for future web or mobile deployment.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Technologies Used</a:t>
            </a:r>
          </a:p>
        </p:txBody>
      </p:sp>
      <p:sp>
        <p:nvSpPr>
          <p:cNvPr id="3" name="Content Placeholder 2"/>
          <p:cNvSpPr>
            <a:spLocks noGrp="1"/>
          </p:cNvSpPr>
          <p:nvPr>
            <p:ph idx="1"/>
          </p:nvPr>
        </p:nvSpPr>
        <p:spPr>
          <a:xfrm>
            <a:off x="656573" y="1656999"/>
            <a:ext cx="6711654" cy="4195481"/>
          </a:xfrm>
        </p:spPr>
        <p:txBody>
          <a:bodyPr/>
          <a:lstStyle/>
          <a:p>
            <a:r>
              <a:rPr dirty="0"/>
              <a:t>Java</a:t>
            </a:r>
          </a:p>
          <a:p>
            <a:r>
              <a:rPr dirty="0"/>
              <a:t>MySQL</a:t>
            </a:r>
          </a:p>
          <a:p>
            <a:r>
              <a:rPr dirty="0"/>
              <a:t>JDBC</a:t>
            </a:r>
          </a:p>
          <a:p>
            <a:r>
              <a:rPr dirty="0"/>
              <a:t>Maven</a:t>
            </a:r>
          </a:p>
          <a:p>
            <a:r>
              <a:rPr dirty="0"/>
              <a:t>JUnit</a:t>
            </a:r>
          </a:p>
          <a:p>
            <a:r>
              <a:rPr dirty="0"/>
              <a:t>Log4j</a:t>
            </a:r>
          </a:p>
          <a:p>
            <a:r>
              <a:rPr dirty="0"/>
              <a:t>Git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System Architecture</a:t>
            </a:r>
          </a:p>
        </p:txBody>
      </p:sp>
      <p:sp>
        <p:nvSpPr>
          <p:cNvPr id="3" name="Content Placeholder 2"/>
          <p:cNvSpPr>
            <a:spLocks noGrp="1"/>
          </p:cNvSpPr>
          <p:nvPr>
            <p:ph idx="1"/>
          </p:nvPr>
        </p:nvSpPr>
        <p:spPr/>
        <p:txBody>
          <a:bodyPr/>
          <a:lstStyle/>
          <a:p>
            <a:r>
              <a:t>UI Layer</a:t>
            </a:r>
          </a:p>
          <a:p>
            <a:r>
              <a:t>Service/Manager Layer</a:t>
            </a:r>
          </a:p>
          <a:p>
            <a:r>
              <a:t>DAO Layer</a:t>
            </a:r>
          </a:p>
          <a:p>
            <a:r>
              <a:t>Database Layer</a:t>
            </a:r>
          </a:p>
        </p:txBody>
      </p:sp>
      <p:pic>
        <p:nvPicPr>
          <p:cNvPr id="5" name="Picture 4">
            <a:extLst>
              <a:ext uri="{FF2B5EF4-FFF2-40B4-BE49-F238E27FC236}">
                <a16:creationId xmlns:a16="http://schemas.microsoft.com/office/drawing/2014/main" id="{33A6580F-EE30-D444-42B9-C93CA0B8F5C5}"/>
              </a:ext>
            </a:extLst>
          </p:cNvPr>
          <p:cNvPicPr>
            <a:picLocks noChangeAspect="1"/>
          </p:cNvPicPr>
          <p:nvPr/>
        </p:nvPicPr>
        <p:blipFill>
          <a:blip r:embed="rId2">
            <a:duotone>
              <a:prstClr val="black"/>
              <a:schemeClr val="accent2">
                <a:tint val="45000"/>
                <a:satMod val="400000"/>
              </a:schemeClr>
            </a:duotone>
          </a:blip>
          <a:stretch>
            <a:fillRect/>
          </a:stretch>
        </p:blipFill>
        <p:spPr>
          <a:xfrm>
            <a:off x="4308050" y="1652181"/>
            <a:ext cx="4176074" cy="48883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Core Features</a:t>
            </a:r>
          </a:p>
        </p:txBody>
      </p:sp>
      <p:sp>
        <p:nvSpPr>
          <p:cNvPr id="3" name="Content Placeholder 2"/>
          <p:cNvSpPr>
            <a:spLocks noGrp="1"/>
          </p:cNvSpPr>
          <p:nvPr>
            <p:ph idx="1"/>
          </p:nvPr>
        </p:nvSpPr>
        <p:spPr>
          <a:xfrm>
            <a:off x="656573" y="1581585"/>
            <a:ext cx="6711654" cy="4195481"/>
          </a:xfrm>
        </p:spPr>
        <p:txBody>
          <a:bodyPr/>
          <a:lstStyle/>
          <a:p>
            <a:r>
              <a:rPr dirty="0"/>
              <a:t>User Registration &amp; Login</a:t>
            </a:r>
          </a:p>
          <a:p>
            <a:r>
              <a:rPr dirty="0"/>
              <a:t>Profile Management</a:t>
            </a:r>
          </a:p>
          <a:p>
            <a:r>
              <a:rPr dirty="0"/>
              <a:t>Post Creation</a:t>
            </a:r>
          </a:p>
          <a:p>
            <a:r>
              <a:rPr dirty="0"/>
              <a:t>Like, Comment, Share</a:t>
            </a:r>
          </a:p>
          <a:p>
            <a:r>
              <a:rPr dirty="0"/>
              <a:t>Feed System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Database Design</a:t>
            </a:r>
          </a:p>
        </p:txBody>
      </p:sp>
      <p:sp>
        <p:nvSpPr>
          <p:cNvPr id="3" name="Content Placeholder 2"/>
          <p:cNvSpPr>
            <a:spLocks noGrp="1"/>
          </p:cNvSpPr>
          <p:nvPr>
            <p:ph idx="1"/>
          </p:nvPr>
        </p:nvSpPr>
        <p:spPr/>
        <p:txBody>
          <a:bodyPr/>
          <a:lstStyle/>
          <a:p>
            <a:r>
              <a:rPr lang="en-GB" dirty="0" err="1"/>
              <a:t>RevConnect</a:t>
            </a:r>
            <a:r>
              <a:rPr lang="en-GB" dirty="0"/>
              <a:t> uses a relational database model implemented using MySQL.</a:t>
            </a:r>
          </a:p>
          <a:p>
            <a:r>
              <a:rPr lang="en-GB" dirty="0"/>
              <a:t>We used proper relationships between the tables with proper constraints.</a:t>
            </a:r>
          </a:p>
          <a:p>
            <a:r>
              <a:rPr lang="en-GB" dirty="0"/>
              <a:t>Database is normalized to reduce redundancy and improve performance</a:t>
            </a:r>
          </a:p>
          <a:p>
            <a:r>
              <a:rPr lang="en-GB" dirty="0"/>
              <a:t>Cascade delete is applied so that related data is removed automatically when a user or post is deleted.</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Security Features</a:t>
            </a:r>
          </a:p>
        </p:txBody>
      </p:sp>
      <p:sp>
        <p:nvSpPr>
          <p:cNvPr id="3" name="Content Placeholder 2"/>
          <p:cNvSpPr>
            <a:spLocks noGrp="1"/>
          </p:cNvSpPr>
          <p:nvPr>
            <p:ph idx="1"/>
          </p:nvPr>
        </p:nvSpPr>
        <p:spPr>
          <a:xfrm>
            <a:off x="827700" y="2052925"/>
            <a:ext cx="6711654" cy="2632197"/>
          </a:xfrm>
        </p:spPr>
        <p:txBody>
          <a:bodyPr/>
          <a:lstStyle/>
          <a:p>
            <a:r>
              <a:rPr dirty="0"/>
              <a:t>Password Validation</a:t>
            </a:r>
            <a:r>
              <a:rPr lang="en-GB" dirty="0"/>
              <a:t> with minimum requirements</a:t>
            </a:r>
            <a:endParaRPr dirty="0"/>
          </a:p>
          <a:p>
            <a:r>
              <a:rPr dirty="0"/>
              <a:t>Change Password</a:t>
            </a:r>
            <a:r>
              <a:rPr lang="en-GB" dirty="0"/>
              <a:t> using username</a:t>
            </a:r>
            <a:endParaRPr dirty="0"/>
          </a:p>
          <a:p>
            <a:r>
              <a:rPr dirty="0"/>
              <a:t>Forgot Password</a:t>
            </a:r>
            <a:r>
              <a:rPr lang="en-GB" dirty="0"/>
              <a:t> using security questions</a:t>
            </a:r>
            <a:endParaRPr dirty="0"/>
          </a:p>
          <a:p>
            <a:r>
              <a:rPr dirty="0"/>
              <a:t>Privacy Settings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Logging &amp; Testing</a:t>
            </a:r>
          </a:p>
        </p:txBody>
      </p:sp>
      <p:sp>
        <p:nvSpPr>
          <p:cNvPr id="3" name="Content Placeholder 2"/>
          <p:cNvSpPr>
            <a:spLocks noGrp="1"/>
          </p:cNvSpPr>
          <p:nvPr>
            <p:ph idx="1"/>
          </p:nvPr>
        </p:nvSpPr>
        <p:spPr>
          <a:xfrm>
            <a:off x="484710" y="1853248"/>
            <a:ext cx="7858012" cy="3227799"/>
          </a:xfrm>
        </p:spPr>
        <p:txBody>
          <a:bodyPr/>
          <a:lstStyle/>
          <a:p>
            <a:r>
              <a:rPr lang="en-GB" dirty="0"/>
              <a:t>Logging is implemented using Apache Log4j2.</a:t>
            </a:r>
          </a:p>
          <a:p>
            <a:r>
              <a:rPr lang="en-GB" dirty="0"/>
              <a:t>Important user activities such as login, post creation, follow, and connection requests are logged.</a:t>
            </a:r>
          </a:p>
          <a:p>
            <a:r>
              <a:rPr lang="en-GB" dirty="0"/>
              <a:t>Logs are written to both console and file for monitoring and debugging.</a:t>
            </a:r>
          </a:p>
          <a:p>
            <a:r>
              <a:rPr lang="en-GB" dirty="0"/>
              <a:t>Unit testing is performed using JUnit and Mockito.</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886351"/>
            <a:ext cx="7055380" cy="1400530"/>
          </a:xfrm>
        </p:spPr>
        <p:txBody>
          <a:bodyPr/>
          <a:lstStyle/>
          <a:p>
            <a:r>
              <a:rPr u="sng" dirty="0"/>
              <a:t>Future Enhancements</a:t>
            </a:r>
          </a:p>
        </p:txBody>
      </p:sp>
      <p:sp>
        <p:nvSpPr>
          <p:cNvPr id="3" name="Content Placeholder 2"/>
          <p:cNvSpPr>
            <a:spLocks noGrp="1"/>
          </p:cNvSpPr>
          <p:nvPr>
            <p:ph idx="1"/>
          </p:nvPr>
        </p:nvSpPr>
        <p:spPr>
          <a:xfrm>
            <a:off x="724005" y="2031953"/>
            <a:ext cx="6711654" cy="4195481"/>
          </a:xfrm>
        </p:spPr>
        <p:txBody>
          <a:bodyPr/>
          <a:lstStyle/>
          <a:p>
            <a:r>
              <a:rPr dirty="0"/>
              <a:t>Web Version</a:t>
            </a:r>
          </a:p>
          <a:p>
            <a:r>
              <a:rPr dirty="0"/>
              <a:t>Mobile App</a:t>
            </a:r>
          </a:p>
          <a:p>
            <a:r>
              <a:rPr dirty="0"/>
              <a:t>Chat System</a:t>
            </a:r>
          </a:p>
          <a:p>
            <a:r>
              <a:rPr dirty="0"/>
              <a:t>Media Uploads</a:t>
            </a:r>
          </a:p>
        </p:txBody>
      </p:sp>
      <p:pic>
        <p:nvPicPr>
          <p:cNvPr id="5" name="Picture 4">
            <a:extLst>
              <a:ext uri="{FF2B5EF4-FFF2-40B4-BE49-F238E27FC236}">
                <a16:creationId xmlns:a16="http://schemas.microsoft.com/office/drawing/2014/main" id="{7DD54981-6B2A-35D7-A222-DA295D147C8E}"/>
              </a:ext>
            </a:extLst>
          </p:cNvPr>
          <p:cNvPicPr>
            <a:picLocks noChangeAspect="1"/>
          </p:cNvPicPr>
          <p:nvPr/>
        </p:nvPicPr>
        <p:blipFill>
          <a:blip r:embed="rId2"/>
          <a:stretch>
            <a:fillRect/>
          </a:stretch>
        </p:blipFill>
        <p:spPr>
          <a:xfrm>
            <a:off x="4079832" y="1674139"/>
            <a:ext cx="4407251" cy="44157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u="sng" dirty="0"/>
              <a:t>Conclusion</a:t>
            </a:r>
          </a:p>
        </p:txBody>
      </p:sp>
      <p:sp>
        <p:nvSpPr>
          <p:cNvPr id="3" name="Content Placeholder 2"/>
          <p:cNvSpPr>
            <a:spLocks noGrp="1"/>
          </p:cNvSpPr>
          <p:nvPr>
            <p:ph idx="1"/>
          </p:nvPr>
        </p:nvSpPr>
        <p:spPr>
          <a:xfrm>
            <a:off x="484710" y="1600438"/>
            <a:ext cx="8263364" cy="3584304"/>
          </a:xfrm>
        </p:spPr>
        <p:txBody>
          <a:bodyPr/>
          <a:lstStyle/>
          <a:p>
            <a:pPr marL="0" indent="0">
              <a:buNone/>
            </a:pPr>
            <a:r>
              <a:rPr lang="en-GB" dirty="0" err="1"/>
              <a:t>RevConnect</a:t>
            </a:r>
            <a:r>
              <a:rPr lang="en-GB" dirty="0"/>
              <a:t> successfully demonstrates the design and implementation of a modular console-based social media application using Java and MySQL. The system provides essential social networking features such as authentication, profile management, posting, networking, and notifications while following a clean layered architecture. The project emphasizes scalability, security, and maintainability, making it suitable for future enhancement into a web or mobile-based platform. Overall, </a:t>
            </a:r>
            <a:r>
              <a:rPr lang="en-GB" dirty="0" err="1"/>
              <a:t>RevConnect</a:t>
            </a:r>
            <a:r>
              <a:rPr lang="en-GB" dirty="0"/>
              <a:t> serves as a strong foundation for understanding real-world application development concepts.</a:t>
            </a:r>
            <a:endParaRPr dirty="0"/>
          </a:p>
        </p:txBody>
      </p:sp>
      <p:pic>
        <p:nvPicPr>
          <p:cNvPr id="5" name="Picture 4">
            <a:extLst>
              <a:ext uri="{FF2B5EF4-FFF2-40B4-BE49-F238E27FC236}">
                <a16:creationId xmlns:a16="http://schemas.microsoft.com/office/drawing/2014/main" id="{2059EA6E-DD20-6DD9-F6B3-F6061922AEDC}"/>
              </a:ext>
            </a:extLst>
          </p:cNvPr>
          <p:cNvPicPr>
            <a:picLocks noChangeAspect="1"/>
          </p:cNvPicPr>
          <p:nvPr/>
        </p:nvPicPr>
        <p:blipFill>
          <a:blip r:embed="rId2"/>
          <a:stretch>
            <a:fillRect/>
          </a:stretch>
        </p:blipFill>
        <p:spPr>
          <a:xfrm>
            <a:off x="1828800" y="4905030"/>
            <a:ext cx="4194928" cy="1685925"/>
          </a:xfrm>
          <a:prstGeom prst="rect">
            <a:avLst/>
          </a:prstGeom>
        </p:spPr>
      </p:pic>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277</TotalTime>
  <Words>540</Words>
  <Application>Microsoft Office PowerPoint</Application>
  <PresentationFormat>On-screen Show (4:3)</PresentationFormat>
  <Paragraphs>67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RevConnect</vt:lpstr>
      <vt:lpstr>Agenda</vt:lpstr>
      <vt:lpstr>Project Overview</vt:lpstr>
      <vt:lpstr>Problem Statement</vt:lpstr>
      <vt:lpstr>Objectives</vt:lpstr>
      <vt:lpstr>Technologies Used</vt:lpstr>
      <vt:lpstr>System Architecture</vt:lpstr>
      <vt:lpstr>Core Features</vt:lpstr>
      <vt:lpstr>Database Design</vt:lpstr>
      <vt:lpstr>Security Features</vt:lpstr>
      <vt:lpstr>Logging &amp; Testing</vt:lpstr>
      <vt:lpstr>Future Enhancements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Bharath S</cp:lastModifiedBy>
  <cp:revision>2</cp:revision>
  <dcterms:created xsi:type="dcterms:W3CDTF">2013-01-27T09:14:16Z</dcterms:created>
  <dcterms:modified xsi:type="dcterms:W3CDTF">2026-01-26T07:36:39Z</dcterms:modified>
  <cp:category/>
</cp:coreProperties>
</file>